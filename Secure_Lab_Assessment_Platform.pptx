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LAB ASSESSMENT PLATFORM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Proctored, auto-graded coding exams for college labs — LAN-based, multi-teacher, no internet required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7373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251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don't pretend to prevent. Evidence, not auto-penalties.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coding labs have no reliable way to proctor &amp; grade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answer-lookup prevention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20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switch to AI tools, notes, or browser extensions mid-test with no detection layer in place.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grading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63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only against visible sample cases lets students hardcode outputs for known inputs.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visibility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find out about cheating after the fact, if at all — no real-time evidence trail.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Multi-teacher chaos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349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teachers run sessions in the same building with no way to isolate their own batch's data.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principles that shaped every design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38100" dir="5400000">
              <a:srgbClr val="3B4A6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Detect, not prevent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OS-level prevention needs a kernel driver — undeployable in a real college. We flag suspicious behavior in real time and let a human decide.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38100" dir="5400000">
              <a:srgbClr val="3B4A6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LAN, not internet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4290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dependency. A local server on the lab's existing network keeps hidden test cases genuinely hidden and works with zero internet.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38100" dir="5400000">
              <a:srgbClr val="3B4A6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4290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auto-lock, no auto-fail. Every flag is evidence for a teacher, timestamped and never deleted — only marked reviewed.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LAN-based client-server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01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Kiosk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Monaco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07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Kiosk 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Monaco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15544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938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Node — auth, sessions, scoping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269748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770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081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269748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2770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081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teachers/sessions/flags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36576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0" y="3730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Hub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flag routing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63840" y="18288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19019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 Dashboard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own data only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63840" y="2834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B Dashboard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own data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51760" y="2194560"/>
            <a:ext cx="1097280" cy="-2743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651760" y="3200400"/>
            <a:ext cx="1097280" cy="7315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2011680"/>
            <a:ext cx="1371600" cy="18288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3931920"/>
            <a:ext cx="1371600" cy="-7315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4864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traffic ever leaves the lab room — internet not required.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TIER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Core: nothing else works without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Multi-teacher login, fully isolated accounts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86584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134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authoring — reusable, authored days ahead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08376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creation — assignment + schedule + 6-char access code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630168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570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join, locked server-side until scheduled start 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1788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kiosk exam environment — fullscreen, no chrome, DevTools disabled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73752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Auto-grading: C++ / Python / Java via self-hosted Judge0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495544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4223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SQL grading pipeline (result-set comparison, order-agnostic)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TIER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Differentiators: what earns attention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Flag Feed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stream: focus-lost, fullscreen-exit, paste events, disconnects — continuous per-student timeline.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691640"/>
            <a:ext cx="5257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8928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Correlated Flags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377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paste immediately following a focus-lost event is weighted high-confidence — distinct from either signal alone.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257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873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Similarity (AST)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near-identical submissions across students, survives variable renaming.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3886200"/>
            <a:ext cx="5257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40873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Review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5720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marked open / dismissed / escalated — reviewer + timestamp recorded, never hard-deleted.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Anti-cheat: threat → mitigation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4389120"/>
                <a:gridCol w="667512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Tab-switch / alt-tab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blur/focus events → flagged, timestamped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fullscreen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Re-forced instantly + flagged (detection, not prevention — by design)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external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size + timing captured; large pastes are a strong 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browser extension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of using an Electron kiosk shell instead of a browser tab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Inspecting/disabling telemetry via DevTools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DevTools disabled at Chromium-embed level, not page 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monitor / second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by lab policy: single monitor, phones collected — not a software problem 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Client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(kiosk) + Monaco Editor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69164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647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Client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plain browser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70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081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/ Node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69748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770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081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76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87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Judge0 (Docker)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70332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776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Flags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087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(Socket.io)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7823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093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electron-builder → Windows .exe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470916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47823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093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password hashing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MULTI-TEACHER ISOLATION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teacher_id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scope that matters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query is filtered server-side by the authenticated teacher's ID — never by a session ID the client supplies. Two teachers running sessions simultaneously in the same building never see each other's students, flags, or submissions.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9601200" cy="1005840"/>
          </a:xfrm>
          <a:prstGeom prst="roundRect">
            <a:avLst>
              <a:gd name="adj" fmla="val 5455"/>
            </a:avLst>
          </a:prstGeom>
          <a:solidFill>
            <a:srgbClr val="162053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84632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structural, not policy — enforced by how the query is built, not by a UI-level restriction a modified request could bypass.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roadmap, priority-ordered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3108960"/>
            <a:ext cx="457200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exam flow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3108960"/>
            <a:ext cx="457200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3796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2C3E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flags + isolation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840" y="3108960"/>
            <a:ext cx="457200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6404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5A64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640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0-1 = working demo. Tier 2 = what wins the room. Tier 3 = cut first if behind schedule.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NON-GOALS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deliberately don't build, and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kernel-level anti-cheat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848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Undeployable in a real college; no IT department approves kernel-level surveillance software.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typing anomaly detection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363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available — rule-based thresholds deliver most of the value for far less effort.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flag-based penalties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879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auto-lock or auto-fail. Every flag is evidence for a human teacher, not a verdict.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19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gradebook / history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239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 MVP by design — parked as clearly-labeled future work.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10312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don’t claim to prevent cheating — we give teachers a live, evidence-backed flag timeline and cross-student similarity detection, with every action auditable, so a human makes the final call.”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94960" y="4297680"/>
            <a:ext cx="13716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Lab Assessment Platform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2026-09-26T19:46:04Z</dcterms:created>
  <dcterms:modified xsi:type="dcterms:W3CDTF">2026-09-26T19:46:04Z</dcterms:modified>
</cp:coreProperties>
</file>